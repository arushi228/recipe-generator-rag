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90" r:id="rId2"/>
    <p:sldId id="291" r:id="rId3"/>
    <p:sldId id="292" r:id="rId4"/>
    <p:sldId id="293" r:id="rId5"/>
    <p:sldId id="294" r:id="rId6"/>
    <p:sldId id="295" r:id="rId7"/>
    <p:sldId id="296" r:id="rId8"/>
    <p:sldId id="297" r:id="rId9"/>
    <p:sldId id="299" r:id="rId10"/>
    <p:sldId id="301" r:id="rId11"/>
    <p:sldId id="302" r:id="rId12"/>
    <p:sldId id="303" r:id="rId13"/>
    <p:sldId id="304" r:id="rId14"/>
    <p:sldId id="305" r:id="rId15"/>
    <p:sldId id="306" r:id="rId16"/>
    <p:sldId id="307" r:id="rId17"/>
    <p:sldId id="308" r:id="rId18"/>
    <p:sldId id="309"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86EEF1-DE82-414F-B983-BFB1DE54D4EA}" v="11" dt="2026-09-10T14:47:43.6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31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hika Jaiswal" userId="22391a38b62506ae" providerId="LiveId" clId="{463D0E52-ACCA-4066-BCA6-14092DD24C9A}"/>
    <pc:docChg chg="undo custSel delSld modSld">
      <pc:chgData name="Ishika Jaiswal" userId="22391a38b62506ae" providerId="LiveId" clId="{463D0E52-ACCA-4066-BCA6-14092DD24C9A}" dt="2026-09-10T16:24:44.014" v="1529"/>
      <pc:docMkLst>
        <pc:docMk/>
      </pc:docMkLst>
      <pc:sldChg chg="addSp delSp modSp mod">
        <pc:chgData name="Ishika Jaiswal" userId="22391a38b62506ae" providerId="LiveId" clId="{463D0E52-ACCA-4066-BCA6-14092DD24C9A}" dt="2026-09-10T14:47:13.687" v="1479" actId="20577"/>
        <pc:sldMkLst>
          <pc:docMk/>
          <pc:sldMk cId="952317876" sldId="291"/>
        </pc:sldMkLst>
        <pc:spChg chg="mod">
          <ac:chgData name="Ishika Jaiswal" userId="22391a38b62506ae" providerId="LiveId" clId="{463D0E52-ACCA-4066-BCA6-14092DD24C9A}" dt="2026-09-10T14:43:00.150" v="1421" actId="20577"/>
          <ac:spMkLst>
            <pc:docMk/>
            <pc:sldMk cId="952317876" sldId="291"/>
            <ac:spMk id="4" creationId="{A828B9EF-C084-F5D4-CA27-75AF7D995640}"/>
          </ac:spMkLst>
        </pc:spChg>
        <pc:spChg chg="mod">
          <ac:chgData name="Ishika Jaiswal" userId="22391a38b62506ae" providerId="LiveId" clId="{463D0E52-ACCA-4066-BCA6-14092DD24C9A}" dt="2026-09-10T14:41:51.923" v="1349" actId="20577"/>
          <ac:spMkLst>
            <pc:docMk/>
            <pc:sldMk cId="952317876" sldId="291"/>
            <ac:spMk id="7" creationId="{3D723CA3-EC2D-165A-F109-3759C4E9C8A4}"/>
          </ac:spMkLst>
        </pc:spChg>
        <pc:graphicFrameChg chg="modGraphic">
          <ac:chgData name="Ishika Jaiswal" userId="22391a38b62506ae" providerId="LiveId" clId="{463D0E52-ACCA-4066-BCA6-14092DD24C9A}" dt="2026-09-10T14:47:13.687" v="1479" actId="20577"/>
          <ac:graphicFrameMkLst>
            <pc:docMk/>
            <pc:sldMk cId="952317876" sldId="291"/>
            <ac:graphicFrameMk id="96" creationId="{00000000-0000-0000-0000-000000000000}"/>
          </ac:graphicFrameMkLst>
        </pc:graphicFrameChg>
        <pc:picChg chg="add del mod">
          <ac:chgData name="Ishika Jaiswal" userId="22391a38b62506ae" providerId="LiveId" clId="{463D0E52-ACCA-4066-BCA6-14092DD24C9A}" dt="2026-09-10T14:46:43.506" v="1440" actId="14100"/>
          <ac:picMkLst>
            <pc:docMk/>
            <pc:sldMk cId="952317876" sldId="291"/>
            <ac:picMk id="98" creationId="{00000000-0000-0000-0000-000000000000}"/>
          </ac:picMkLst>
        </pc:picChg>
      </pc:sldChg>
      <pc:sldChg chg="modSp mod">
        <pc:chgData name="Ishika Jaiswal" userId="22391a38b62506ae" providerId="LiveId" clId="{463D0E52-ACCA-4066-BCA6-14092DD24C9A}" dt="2026-09-10T13:55:26.591" v="71" actId="113"/>
        <pc:sldMkLst>
          <pc:docMk/>
          <pc:sldMk cId="261653373" sldId="292"/>
        </pc:sldMkLst>
        <pc:spChg chg="mod">
          <ac:chgData name="Ishika Jaiswal" userId="22391a38b62506ae" providerId="LiveId" clId="{463D0E52-ACCA-4066-BCA6-14092DD24C9A}" dt="2026-09-10T13:55:26.591" v="71" actId="113"/>
          <ac:spMkLst>
            <pc:docMk/>
            <pc:sldMk cId="261653373" sldId="292"/>
            <ac:spMk id="2" creationId="{C6F6745E-14BA-0766-CE1E-32E29663832D}"/>
          </ac:spMkLst>
        </pc:spChg>
      </pc:sldChg>
      <pc:sldChg chg="modSp mod">
        <pc:chgData name="Ishika Jaiswal" userId="22391a38b62506ae" providerId="LiveId" clId="{463D0E52-ACCA-4066-BCA6-14092DD24C9A}" dt="2026-09-10T14:07:08.885" v="951" actId="20577"/>
        <pc:sldMkLst>
          <pc:docMk/>
          <pc:sldMk cId="619459906" sldId="293"/>
        </pc:sldMkLst>
        <pc:spChg chg="mod">
          <ac:chgData name="Ishika Jaiswal" userId="22391a38b62506ae" providerId="LiveId" clId="{463D0E52-ACCA-4066-BCA6-14092DD24C9A}" dt="2026-09-10T14:07:08.885" v="951" actId="20577"/>
          <ac:spMkLst>
            <pc:docMk/>
            <pc:sldMk cId="619459906" sldId="293"/>
            <ac:spMk id="2" creationId="{4A1BF701-ABCA-4DF0-8330-B6AF71EF8E39}"/>
          </ac:spMkLst>
        </pc:spChg>
      </pc:sldChg>
      <pc:sldChg chg="modSp mod">
        <pc:chgData name="Ishika Jaiswal" userId="22391a38b62506ae" providerId="LiveId" clId="{463D0E52-ACCA-4066-BCA6-14092DD24C9A}" dt="2026-09-10T14:06:18.747" v="858" actId="21"/>
        <pc:sldMkLst>
          <pc:docMk/>
          <pc:sldMk cId="443603904" sldId="294"/>
        </pc:sldMkLst>
        <pc:spChg chg="mod">
          <ac:chgData name="Ishika Jaiswal" userId="22391a38b62506ae" providerId="LiveId" clId="{463D0E52-ACCA-4066-BCA6-14092DD24C9A}" dt="2026-09-10T14:06:18.747" v="858" actId="21"/>
          <ac:spMkLst>
            <pc:docMk/>
            <pc:sldMk cId="443603904" sldId="294"/>
            <ac:spMk id="3" creationId="{4A7608B5-9906-EFCF-959A-E89FC2E3EE19}"/>
          </ac:spMkLst>
        </pc:spChg>
      </pc:sldChg>
      <pc:sldChg chg="addSp delSp modSp mod">
        <pc:chgData name="Ishika Jaiswal" userId="22391a38b62506ae" providerId="LiveId" clId="{463D0E52-ACCA-4066-BCA6-14092DD24C9A}" dt="2026-09-10T14:14:29.061" v="975" actId="1076"/>
        <pc:sldMkLst>
          <pc:docMk/>
          <pc:sldMk cId="3114963633" sldId="295"/>
        </pc:sldMkLst>
        <pc:spChg chg="mod">
          <ac:chgData name="Ishika Jaiswal" userId="22391a38b62506ae" providerId="LiveId" clId="{463D0E52-ACCA-4066-BCA6-14092DD24C9A}" dt="2026-09-10T14:14:05.320" v="972" actId="1076"/>
          <ac:spMkLst>
            <pc:docMk/>
            <pc:sldMk cId="3114963633" sldId="295"/>
            <ac:spMk id="2" creationId="{9BB86949-7ED1-C43B-B1E3-5122BB67A596}"/>
          </ac:spMkLst>
        </pc:spChg>
        <pc:spChg chg="del mod">
          <ac:chgData name="Ishika Jaiswal" userId="22391a38b62506ae" providerId="LiveId" clId="{463D0E52-ACCA-4066-BCA6-14092DD24C9A}" dt="2026-09-10T14:13:30.762" v="967" actId="21"/>
          <ac:spMkLst>
            <pc:docMk/>
            <pc:sldMk cId="3114963633" sldId="295"/>
            <ac:spMk id="9" creationId="{6FFF7BC6-93D0-8D42-34B7-C226B1B96C2D}"/>
          </ac:spMkLst>
        </pc:spChg>
        <pc:spChg chg="mod">
          <ac:chgData name="Ishika Jaiswal" userId="22391a38b62506ae" providerId="LiveId" clId="{463D0E52-ACCA-4066-BCA6-14092DD24C9A}" dt="2026-09-10T14:14:18.829" v="974" actId="1076"/>
          <ac:spMkLst>
            <pc:docMk/>
            <pc:sldMk cId="3114963633" sldId="295"/>
            <ac:spMk id="10" creationId="{A6C81E80-ED7B-4240-A8EE-0221D9ACD900}"/>
          </ac:spMkLst>
        </pc:spChg>
        <pc:spChg chg="add mod">
          <ac:chgData name="Ishika Jaiswal" userId="22391a38b62506ae" providerId="LiveId" clId="{463D0E52-ACCA-4066-BCA6-14092DD24C9A}" dt="2026-09-10T14:14:29.061" v="975" actId="1076"/>
          <ac:spMkLst>
            <pc:docMk/>
            <pc:sldMk cId="3114963633" sldId="295"/>
            <ac:spMk id="11" creationId="{5AA24ED6-CB7D-79DA-E94A-2083BF9AF341}"/>
          </ac:spMkLst>
        </pc:spChg>
        <pc:picChg chg="add del">
          <ac:chgData name="Ishika Jaiswal" userId="22391a38b62506ae" providerId="LiveId" clId="{463D0E52-ACCA-4066-BCA6-14092DD24C9A}" dt="2026-09-10T14:11:52.985" v="954" actId="21"/>
          <ac:picMkLst>
            <pc:docMk/>
            <pc:sldMk cId="3114963633" sldId="295"/>
            <ac:picMk id="4" creationId="{06934D10-7D4B-C66E-8DBB-3321DD3CADCB}"/>
          </ac:picMkLst>
        </pc:picChg>
        <pc:picChg chg="del">
          <ac:chgData name="Ishika Jaiswal" userId="22391a38b62506ae" providerId="LiveId" clId="{463D0E52-ACCA-4066-BCA6-14092DD24C9A}" dt="2026-09-10T14:11:44.036" v="952" actId="21"/>
          <ac:picMkLst>
            <pc:docMk/>
            <pc:sldMk cId="3114963633" sldId="295"/>
            <ac:picMk id="5" creationId="{61F38907-89DE-28F7-316F-44E7DAB9309E}"/>
          </ac:picMkLst>
        </pc:picChg>
        <pc:picChg chg="add mod">
          <ac:chgData name="Ishika Jaiswal" userId="22391a38b62506ae" providerId="LiveId" clId="{463D0E52-ACCA-4066-BCA6-14092DD24C9A}" dt="2026-09-10T14:14:01.797" v="971" actId="1076"/>
          <ac:picMkLst>
            <pc:docMk/>
            <pc:sldMk cId="3114963633" sldId="295"/>
            <ac:picMk id="7" creationId="{81719475-D486-CCE9-0139-501EA14C12B9}"/>
          </ac:picMkLst>
        </pc:picChg>
      </pc:sldChg>
      <pc:sldChg chg="addSp delSp modSp mod">
        <pc:chgData name="Ishika Jaiswal" userId="22391a38b62506ae" providerId="LiveId" clId="{463D0E52-ACCA-4066-BCA6-14092DD24C9A}" dt="2026-09-10T14:16:24.379" v="981" actId="14100"/>
        <pc:sldMkLst>
          <pc:docMk/>
          <pc:sldMk cId="1316545553" sldId="296"/>
        </pc:sldMkLst>
        <pc:picChg chg="add mod">
          <ac:chgData name="Ishika Jaiswal" userId="22391a38b62506ae" providerId="LiveId" clId="{463D0E52-ACCA-4066-BCA6-14092DD24C9A}" dt="2026-09-10T14:16:24.379" v="981" actId="14100"/>
          <ac:picMkLst>
            <pc:docMk/>
            <pc:sldMk cId="1316545553" sldId="296"/>
            <ac:picMk id="4" creationId="{034D862A-B00F-3354-8FF3-30316854C1CE}"/>
          </ac:picMkLst>
        </pc:picChg>
        <pc:picChg chg="del">
          <ac:chgData name="Ishika Jaiswal" userId="22391a38b62506ae" providerId="LiveId" clId="{463D0E52-ACCA-4066-BCA6-14092DD24C9A}" dt="2026-09-10T14:15:17.848" v="976" actId="21"/>
          <ac:picMkLst>
            <pc:docMk/>
            <pc:sldMk cId="1316545553" sldId="296"/>
            <ac:picMk id="5" creationId="{5DC7512A-0AA7-CC22-D1D2-C738BF12660E}"/>
          </ac:picMkLst>
        </pc:picChg>
      </pc:sldChg>
      <pc:sldChg chg="addSp delSp modSp mod">
        <pc:chgData name="Ishika Jaiswal" userId="22391a38b62506ae" providerId="LiveId" clId="{463D0E52-ACCA-4066-BCA6-14092DD24C9A}" dt="2026-09-10T14:19:34.339" v="989" actId="1076"/>
        <pc:sldMkLst>
          <pc:docMk/>
          <pc:sldMk cId="232371894" sldId="297"/>
        </pc:sldMkLst>
        <pc:picChg chg="add del">
          <ac:chgData name="Ishika Jaiswal" userId="22391a38b62506ae" providerId="LiveId" clId="{463D0E52-ACCA-4066-BCA6-14092DD24C9A}" dt="2026-09-10T14:19:09.798" v="984" actId="21"/>
          <ac:picMkLst>
            <pc:docMk/>
            <pc:sldMk cId="232371894" sldId="297"/>
            <ac:picMk id="3" creationId="{5B6F849C-1FC4-DC36-4725-E6A2AEC3B8D1}"/>
          </ac:picMkLst>
        </pc:picChg>
        <pc:picChg chg="del">
          <ac:chgData name="Ishika Jaiswal" userId="22391a38b62506ae" providerId="LiveId" clId="{463D0E52-ACCA-4066-BCA6-14092DD24C9A}" dt="2026-09-10T14:19:02.860" v="982" actId="21"/>
          <ac:picMkLst>
            <pc:docMk/>
            <pc:sldMk cId="232371894" sldId="297"/>
            <ac:picMk id="5" creationId="{433A290A-6680-D490-E6D4-9336496B1C34}"/>
          </ac:picMkLst>
        </pc:picChg>
        <pc:picChg chg="add del">
          <ac:chgData name="Ishika Jaiswal" userId="22391a38b62506ae" providerId="LiveId" clId="{463D0E52-ACCA-4066-BCA6-14092DD24C9A}" dt="2026-09-10T14:19:14.662" v="986" actId="21"/>
          <ac:picMkLst>
            <pc:docMk/>
            <pc:sldMk cId="232371894" sldId="297"/>
            <ac:picMk id="6" creationId="{8D82CB63-ABF6-D756-8164-98477FC4CAE8}"/>
          </ac:picMkLst>
        </pc:picChg>
        <pc:picChg chg="add mod">
          <ac:chgData name="Ishika Jaiswal" userId="22391a38b62506ae" providerId="LiveId" clId="{463D0E52-ACCA-4066-BCA6-14092DD24C9A}" dt="2026-09-10T14:19:34.339" v="989" actId="1076"/>
          <ac:picMkLst>
            <pc:docMk/>
            <pc:sldMk cId="232371894" sldId="297"/>
            <ac:picMk id="8" creationId="{8BAFDE71-3E21-6446-DF42-3554CA02DBF6}"/>
          </ac:picMkLst>
        </pc:picChg>
      </pc:sldChg>
      <pc:sldChg chg="delSp del mod">
        <pc:chgData name="Ishika Jaiswal" userId="22391a38b62506ae" providerId="LiveId" clId="{463D0E52-ACCA-4066-BCA6-14092DD24C9A}" dt="2026-09-10T14:21:48.217" v="1026" actId="2696"/>
        <pc:sldMkLst>
          <pc:docMk/>
          <pc:sldMk cId="445195169" sldId="298"/>
        </pc:sldMkLst>
        <pc:picChg chg="del">
          <ac:chgData name="Ishika Jaiswal" userId="22391a38b62506ae" providerId="LiveId" clId="{463D0E52-ACCA-4066-BCA6-14092DD24C9A}" dt="2026-09-10T14:21:34.923" v="1025" actId="21"/>
          <ac:picMkLst>
            <pc:docMk/>
            <pc:sldMk cId="445195169" sldId="298"/>
            <ac:picMk id="3" creationId="{81932CE2-F219-0CA8-0102-55B8C682B8A2}"/>
          </ac:picMkLst>
        </pc:picChg>
      </pc:sldChg>
      <pc:sldChg chg="modSp mod">
        <pc:chgData name="Ishika Jaiswal" userId="22391a38b62506ae" providerId="LiveId" clId="{463D0E52-ACCA-4066-BCA6-14092DD24C9A}" dt="2026-09-10T14:20:13.382" v="1024" actId="20577"/>
        <pc:sldMkLst>
          <pc:docMk/>
          <pc:sldMk cId="4000696967" sldId="299"/>
        </pc:sldMkLst>
        <pc:spChg chg="mod">
          <ac:chgData name="Ishika Jaiswal" userId="22391a38b62506ae" providerId="LiveId" clId="{463D0E52-ACCA-4066-BCA6-14092DD24C9A}" dt="2026-09-10T14:20:13.382" v="1024" actId="20577"/>
          <ac:spMkLst>
            <pc:docMk/>
            <pc:sldMk cId="4000696967" sldId="299"/>
            <ac:spMk id="3" creationId="{322462E8-EB3A-DA7D-44CB-4E757803A755}"/>
          </ac:spMkLst>
        </pc:spChg>
      </pc:sldChg>
      <pc:sldChg chg="del">
        <pc:chgData name="Ishika Jaiswal" userId="22391a38b62506ae" providerId="LiveId" clId="{463D0E52-ACCA-4066-BCA6-14092DD24C9A}" dt="2026-09-10T14:21:53.109" v="1027" actId="2696"/>
        <pc:sldMkLst>
          <pc:docMk/>
          <pc:sldMk cId="893417001" sldId="300"/>
        </pc:sldMkLst>
      </pc:sldChg>
      <pc:sldChg chg="addSp delSp modSp mod">
        <pc:chgData name="Ishika Jaiswal" userId="22391a38b62506ae" providerId="LiveId" clId="{463D0E52-ACCA-4066-BCA6-14092DD24C9A}" dt="2026-09-10T14:25:01.946" v="1142" actId="1076"/>
        <pc:sldMkLst>
          <pc:docMk/>
          <pc:sldMk cId="1429961814" sldId="301"/>
        </pc:sldMkLst>
        <pc:spChg chg="del mod">
          <ac:chgData name="Ishika Jaiswal" userId="22391a38b62506ae" providerId="LiveId" clId="{463D0E52-ACCA-4066-BCA6-14092DD24C9A}" dt="2026-09-10T14:24:25.213" v="1135"/>
          <ac:spMkLst>
            <pc:docMk/>
            <pc:sldMk cId="1429961814" sldId="301"/>
            <ac:spMk id="2" creationId="{CCA977A3-5FA0-8FF5-E1D1-86C9ED676512}"/>
          </ac:spMkLst>
        </pc:spChg>
        <pc:picChg chg="del">
          <ac:chgData name="Ishika Jaiswal" userId="22391a38b62506ae" providerId="LiveId" clId="{463D0E52-ACCA-4066-BCA6-14092DD24C9A}" dt="2026-09-10T14:24:06.699" v="1028" actId="21"/>
          <ac:picMkLst>
            <pc:docMk/>
            <pc:sldMk cId="1429961814" sldId="301"/>
            <ac:picMk id="4" creationId="{E430EE8C-8F89-5938-483F-00452050511A}"/>
          </ac:picMkLst>
        </pc:picChg>
        <pc:picChg chg="add del">
          <ac:chgData name="Ishika Jaiswal" userId="22391a38b62506ae" providerId="LiveId" clId="{463D0E52-ACCA-4066-BCA6-14092DD24C9A}" dt="2026-09-10T14:24:30.154" v="1137" actId="21"/>
          <ac:picMkLst>
            <pc:docMk/>
            <pc:sldMk cId="1429961814" sldId="301"/>
            <ac:picMk id="5" creationId="{8E9998A8-72D4-D31D-0770-3E1B1A500905}"/>
          </ac:picMkLst>
        </pc:picChg>
        <pc:picChg chg="add mod">
          <ac:chgData name="Ishika Jaiswal" userId="22391a38b62506ae" providerId="LiveId" clId="{463D0E52-ACCA-4066-BCA6-14092DD24C9A}" dt="2026-09-10T14:25:01.946" v="1142" actId="1076"/>
          <ac:picMkLst>
            <pc:docMk/>
            <pc:sldMk cId="1429961814" sldId="301"/>
            <ac:picMk id="7" creationId="{28CD8848-CB8C-2E48-C9B5-EE57452A4CF5}"/>
          </ac:picMkLst>
        </pc:picChg>
      </pc:sldChg>
      <pc:sldChg chg="addSp delSp modSp mod">
        <pc:chgData name="Ishika Jaiswal" userId="22391a38b62506ae" providerId="LiveId" clId="{463D0E52-ACCA-4066-BCA6-14092DD24C9A}" dt="2026-09-10T14:26:46.022" v="1149" actId="1076"/>
        <pc:sldMkLst>
          <pc:docMk/>
          <pc:sldMk cId="3585092305" sldId="302"/>
        </pc:sldMkLst>
        <pc:spChg chg="del">
          <ac:chgData name="Ishika Jaiswal" userId="22391a38b62506ae" providerId="LiveId" clId="{463D0E52-ACCA-4066-BCA6-14092DD24C9A}" dt="2026-09-10T14:26:19.189" v="1144" actId="478"/>
          <ac:spMkLst>
            <pc:docMk/>
            <pc:sldMk cId="3585092305" sldId="302"/>
            <ac:spMk id="2" creationId="{9692D13D-6B69-03D8-BA22-587B943A2572}"/>
          </ac:spMkLst>
        </pc:spChg>
        <pc:picChg chg="add del">
          <ac:chgData name="Ishika Jaiswal" userId="22391a38b62506ae" providerId="LiveId" clId="{463D0E52-ACCA-4066-BCA6-14092DD24C9A}" dt="2026-09-10T14:26:25.069" v="1146" actId="21"/>
          <ac:picMkLst>
            <pc:docMk/>
            <pc:sldMk cId="3585092305" sldId="302"/>
            <ac:picMk id="4" creationId="{542D4636-AD42-D77D-AC8B-42D21D4912EB}"/>
          </ac:picMkLst>
        </pc:picChg>
        <pc:picChg chg="del">
          <ac:chgData name="Ishika Jaiswal" userId="22391a38b62506ae" providerId="LiveId" clId="{463D0E52-ACCA-4066-BCA6-14092DD24C9A}" dt="2026-09-10T14:26:16.357" v="1143" actId="21"/>
          <ac:picMkLst>
            <pc:docMk/>
            <pc:sldMk cId="3585092305" sldId="302"/>
            <ac:picMk id="5" creationId="{146B9DE6-C4BB-B81B-528A-B8789445C3FE}"/>
          </ac:picMkLst>
        </pc:picChg>
        <pc:picChg chg="add mod">
          <ac:chgData name="Ishika Jaiswal" userId="22391a38b62506ae" providerId="LiveId" clId="{463D0E52-ACCA-4066-BCA6-14092DD24C9A}" dt="2026-09-10T14:26:46.022" v="1149" actId="1076"/>
          <ac:picMkLst>
            <pc:docMk/>
            <pc:sldMk cId="3585092305" sldId="302"/>
            <ac:picMk id="7" creationId="{760D4906-B16D-5C8B-CB1E-B42A2644F324}"/>
          </ac:picMkLst>
        </pc:picChg>
      </pc:sldChg>
      <pc:sldChg chg="addSp delSp modSp mod">
        <pc:chgData name="Ishika Jaiswal" userId="22391a38b62506ae" providerId="LiveId" clId="{463D0E52-ACCA-4066-BCA6-14092DD24C9A}" dt="2026-09-10T15:56:06.992" v="1517" actId="1076"/>
        <pc:sldMkLst>
          <pc:docMk/>
          <pc:sldMk cId="2601907186" sldId="303"/>
        </pc:sldMkLst>
        <pc:spChg chg="del mod">
          <ac:chgData name="Ishika Jaiswal" userId="22391a38b62506ae" providerId="LiveId" clId="{463D0E52-ACCA-4066-BCA6-14092DD24C9A}" dt="2026-09-10T14:32:13.322" v="1257"/>
          <ac:spMkLst>
            <pc:docMk/>
            <pc:sldMk cId="2601907186" sldId="303"/>
            <ac:spMk id="2" creationId="{EB55001C-8880-8B09-8704-29D3F62E7A03}"/>
          </ac:spMkLst>
        </pc:spChg>
        <pc:spChg chg="add del mod">
          <ac:chgData name="Ishika Jaiswal" userId="22391a38b62506ae" providerId="LiveId" clId="{463D0E52-ACCA-4066-BCA6-14092DD24C9A}" dt="2026-09-10T14:47:43.464" v="1484"/>
          <ac:spMkLst>
            <pc:docMk/>
            <pc:sldMk cId="2601907186" sldId="303"/>
            <ac:spMk id="3" creationId="{EDA57EB7-31F5-2AD4-A914-BB92389F8E56}"/>
          </ac:spMkLst>
        </pc:spChg>
        <pc:spChg chg="add del mod">
          <ac:chgData name="Ishika Jaiswal" userId="22391a38b62506ae" providerId="LiveId" clId="{463D0E52-ACCA-4066-BCA6-14092DD24C9A}" dt="2026-09-10T14:47:45.858" v="1488"/>
          <ac:spMkLst>
            <pc:docMk/>
            <pc:sldMk cId="2601907186" sldId="303"/>
            <ac:spMk id="5" creationId="{6C4C004D-D19F-30AE-3D94-70202CFFD7AD}"/>
          </ac:spMkLst>
        </pc:spChg>
        <pc:spChg chg="del">
          <ac:chgData name="Ishika Jaiswal" userId="22391a38b62506ae" providerId="LiveId" clId="{463D0E52-ACCA-4066-BCA6-14092DD24C9A}" dt="2026-09-10T14:47:37.354" v="1480" actId="478"/>
          <ac:spMkLst>
            <pc:docMk/>
            <pc:sldMk cId="2601907186" sldId="303"/>
            <ac:spMk id="280" creationId="{A12490E1-7210-03FA-8406-7044E50A98B3}"/>
          </ac:spMkLst>
        </pc:spChg>
        <pc:spChg chg="mod">
          <ac:chgData name="Ishika Jaiswal" userId="22391a38b62506ae" providerId="LiveId" clId="{463D0E52-ACCA-4066-BCA6-14092DD24C9A}" dt="2026-09-10T14:47:42.153" v="1482" actId="20577"/>
          <ac:spMkLst>
            <pc:docMk/>
            <pc:sldMk cId="2601907186" sldId="303"/>
            <ac:spMk id="281" creationId="{D0575C07-AA6B-0149-734C-B101314C9343}"/>
          </ac:spMkLst>
        </pc:spChg>
        <pc:spChg chg="del">
          <ac:chgData name="Ishika Jaiswal" userId="22391a38b62506ae" providerId="LiveId" clId="{463D0E52-ACCA-4066-BCA6-14092DD24C9A}" dt="2026-09-10T14:47:45.856" v="1486" actId="478"/>
          <ac:spMkLst>
            <pc:docMk/>
            <pc:sldMk cId="2601907186" sldId="303"/>
            <ac:spMk id="282" creationId="{77B9C142-F05E-0FCB-045D-6B4B10F795C3}"/>
          </ac:spMkLst>
        </pc:spChg>
        <pc:picChg chg="del">
          <ac:chgData name="Ishika Jaiswal" userId="22391a38b62506ae" providerId="LiveId" clId="{463D0E52-ACCA-4066-BCA6-14092DD24C9A}" dt="2026-09-10T14:27:50.150" v="1150" actId="21"/>
          <ac:picMkLst>
            <pc:docMk/>
            <pc:sldMk cId="2601907186" sldId="303"/>
            <ac:picMk id="4" creationId="{BA6C1B5E-405A-0E58-2397-353A88D82B9B}"/>
          </ac:picMkLst>
        </pc:picChg>
        <pc:picChg chg="add del mod modCrop">
          <ac:chgData name="Ishika Jaiswal" userId="22391a38b62506ae" providerId="LiveId" clId="{463D0E52-ACCA-4066-BCA6-14092DD24C9A}" dt="2026-09-10T15:55:42.776" v="1512" actId="21"/>
          <ac:picMkLst>
            <pc:docMk/>
            <pc:sldMk cId="2601907186" sldId="303"/>
            <ac:picMk id="7" creationId="{C2A52D81-844D-D0E1-FD10-44CB470E42B4}"/>
          </ac:picMkLst>
        </pc:picChg>
        <pc:picChg chg="add del mod modCrop">
          <ac:chgData name="Ishika Jaiswal" userId="22391a38b62506ae" providerId="LiveId" clId="{463D0E52-ACCA-4066-BCA6-14092DD24C9A}" dt="2026-09-10T15:01:26.336" v="1510" actId="21"/>
          <ac:picMkLst>
            <pc:docMk/>
            <pc:sldMk cId="2601907186" sldId="303"/>
            <ac:picMk id="9" creationId="{3C3F4022-1732-A098-59DE-C0AD0FDA0CB2}"/>
          </ac:picMkLst>
        </pc:picChg>
        <pc:picChg chg="add del">
          <ac:chgData name="Ishika Jaiswal" userId="22391a38b62506ae" providerId="LiveId" clId="{463D0E52-ACCA-4066-BCA6-14092DD24C9A}" dt="2026-09-10T15:55:47.743" v="1514" actId="21"/>
          <ac:picMkLst>
            <pc:docMk/>
            <pc:sldMk cId="2601907186" sldId="303"/>
            <ac:picMk id="11" creationId="{F82D33FB-77AC-23FF-99D4-97D9199A6AC6}"/>
          </ac:picMkLst>
        </pc:picChg>
        <pc:picChg chg="add mod">
          <ac:chgData name="Ishika Jaiswal" userId="22391a38b62506ae" providerId="LiveId" clId="{463D0E52-ACCA-4066-BCA6-14092DD24C9A}" dt="2026-09-10T15:56:06.992" v="1517" actId="1076"/>
          <ac:picMkLst>
            <pc:docMk/>
            <pc:sldMk cId="2601907186" sldId="303"/>
            <ac:picMk id="13" creationId="{F8E4150F-7A47-C023-0390-9B21FE580B49}"/>
          </ac:picMkLst>
        </pc:picChg>
      </pc:sldChg>
      <pc:sldChg chg="addSp delSp modSp mod">
        <pc:chgData name="Ishika Jaiswal" userId="22391a38b62506ae" providerId="LiveId" clId="{463D0E52-ACCA-4066-BCA6-14092DD24C9A}" dt="2026-09-10T16:24:44.014" v="1529"/>
        <pc:sldMkLst>
          <pc:docMk/>
          <pc:sldMk cId="4040412275" sldId="305"/>
        </pc:sldMkLst>
        <pc:spChg chg="add del mod">
          <ac:chgData name="Ishika Jaiswal" userId="22391a38b62506ae" providerId="LiveId" clId="{463D0E52-ACCA-4066-BCA6-14092DD24C9A}" dt="2026-09-10T16:24:44.014" v="1529"/>
          <ac:spMkLst>
            <pc:docMk/>
            <pc:sldMk cId="4040412275" sldId="305"/>
            <ac:spMk id="3" creationId="{523C3ED7-E078-3418-738B-0947E6FA5894}"/>
          </ac:spMkLst>
        </pc:spChg>
        <pc:spChg chg="del mod">
          <ac:chgData name="Ishika Jaiswal" userId="22391a38b62506ae" providerId="LiveId" clId="{463D0E52-ACCA-4066-BCA6-14092DD24C9A}" dt="2026-09-10T16:23:26.848" v="1520" actId="21"/>
          <ac:spMkLst>
            <pc:docMk/>
            <pc:sldMk cId="4040412275" sldId="305"/>
            <ac:spMk id="279" creationId="{3711AF54-94A6-B837-31EF-9A8C4ECB9AF6}"/>
          </ac:spMkLst>
        </pc:spChg>
        <pc:spChg chg="mod">
          <ac:chgData name="Ishika Jaiswal" userId="22391a38b62506ae" providerId="LiveId" clId="{463D0E52-ACCA-4066-BCA6-14092DD24C9A}" dt="2026-09-10T16:23:38.780" v="1522" actId="20577"/>
          <ac:spMkLst>
            <pc:docMk/>
            <pc:sldMk cId="4040412275" sldId="305"/>
            <ac:spMk id="280" creationId="{E228982D-BF81-530A-CBA1-E897A3CA8EF7}"/>
          </ac:spMkLst>
        </pc:spChg>
        <pc:spChg chg="mod">
          <ac:chgData name="Ishika Jaiswal" userId="22391a38b62506ae" providerId="LiveId" clId="{463D0E52-ACCA-4066-BCA6-14092DD24C9A}" dt="2026-09-10T16:23:30.052" v="1521" actId="20577"/>
          <ac:spMkLst>
            <pc:docMk/>
            <pc:sldMk cId="4040412275" sldId="305"/>
            <ac:spMk id="281" creationId="{7BC356B8-92F8-3187-D065-667AACF68E72}"/>
          </ac:spMkLst>
        </pc:spChg>
        <pc:spChg chg="mod">
          <ac:chgData name="Ishika Jaiswal" userId="22391a38b62506ae" providerId="LiveId" clId="{463D0E52-ACCA-4066-BCA6-14092DD24C9A}" dt="2026-09-10T16:23:43.656" v="1523" actId="20577"/>
          <ac:spMkLst>
            <pc:docMk/>
            <pc:sldMk cId="4040412275" sldId="305"/>
            <ac:spMk id="282" creationId="{1558A011-60D6-B010-6117-1B9F7C786B2B}"/>
          </ac:spMkLst>
        </pc:spChg>
      </pc:sldChg>
      <pc:sldChg chg="modSp mod">
        <pc:chgData name="Ishika Jaiswal" userId="22391a38b62506ae" providerId="LiveId" clId="{463D0E52-ACCA-4066-BCA6-14092DD24C9A}" dt="2026-09-10T14:34:58.924" v="1275" actId="20577"/>
        <pc:sldMkLst>
          <pc:docMk/>
          <pc:sldMk cId="740028465" sldId="306"/>
        </pc:sldMkLst>
        <pc:spChg chg="mod">
          <ac:chgData name="Ishika Jaiswal" userId="22391a38b62506ae" providerId="LiveId" clId="{463D0E52-ACCA-4066-BCA6-14092DD24C9A}" dt="2026-09-10T14:34:41.212" v="1273" actId="1076"/>
          <ac:spMkLst>
            <pc:docMk/>
            <pc:sldMk cId="740028465" sldId="306"/>
            <ac:spMk id="279" creationId="{EAFA16CB-0A72-5AC5-69A0-ABF4A752B43F}"/>
          </ac:spMkLst>
        </pc:spChg>
        <pc:spChg chg="mod">
          <ac:chgData name="Ishika Jaiswal" userId="22391a38b62506ae" providerId="LiveId" clId="{463D0E52-ACCA-4066-BCA6-14092DD24C9A}" dt="2026-09-10T14:34:58.924" v="1275" actId="20577"/>
          <ac:spMkLst>
            <pc:docMk/>
            <pc:sldMk cId="740028465" sldId="306"/>
            <ac:spMk id="281" creationId="{91F05971-9256-10B5-6575-4E7C679C6DAA}"/>
          </ac:spMkLst>
        </pc:spChg>
        <pc:spChg chg="mod">
          <ac:chgData name="Ishika Jaiswal" userId="22391a38b62506ae" providerId="LiveId" clId="{463D0E52-ACCA-4066-BCA6-14092DD24C9A}" dt="2026-09-10T14:34:47.799" v="1274" actId="20577"/>
          <ac:spMkLst>
            <pc:docMk/>
            <pc:sldMk cId="740028465" sldId="306"/>
            <ac:spMk id="282" creationId="{F1C3EBC2-438F-C150-9ABF-F14321C2CC5C}"/>
          </ac:spMkLst>
        </pc:spChg>
      </pc:sldChg>
      <pc:sldChg chg="addSp delSp modSp mod">
        <pc:chgData name="Ishika Jaiswal" userId="22391a38b62506ae" providerId="LiveId" clId="{463D0E52-ACCA-4066-BCA6-14092DD24C9A}" dt="2026-09-10T14:39:01.755" v="1279" actId="1076"/>
        <pc:sldMkLst>
          <pc:docMk/>
          <pc:sldMk cId="2833482715" sldId="307"/>
        </pc:sldMkLst>
        <pc:grpChg chg="del">
          <ac:chgData name="Ishika Jaiswal" userId="22391a38b62506ae" providerId="LiveId" clId="{463D0E52-ACCA-4066-BCA6-14092DD24C9A}" dt="2026-09-10T14:36:32.818" v="1276" actId="21"/>
          <ac:grpSpMkLst>
            <pc:docMk/>
            <pc:sldMk cId="2833482715" sldId="307"/>
            <ac:grpSpMk id="8" creationId="{F8E1A664-937F-0995-A503-E9C101158D8C}"/>
          </ac:grpSpMkLst>
        </pc:grpChg>
        <pc:picChg chg="add mod">
          <ac:chgData name="Ishika Jaiswal" userId="22391a38b62506ae" providerId="LiveId" clId="{463D0E52-ACCA-4066-BCA6-14092DD24C9A}" dt="2026-09-10T14:39:01.755" v="1279" actId="1076"/>
          <ac:picMkLst>
            <pc:docMk/>
            <pc:sldMk cId="2833482715" sldId="307"/>
            <ac:picMk id="4" creationId="{B1252139-3FC6-FE3D-7FFA-B30925A678F6}"/>
          </ac:picMkLst>
        </pc:picChg>
      </pc:sldChg>
      <pc:sldChg chg="addSp delSp modSp mod">
        <pc:chgData name="Ishika Jaiswal" userId="22391a38b62506ae" providerId="LiveId" clId="{463D0E52-ACCA-4066-BCA6-14092DD24C9A}" dt="2026-09-10T14:40:41.221" v="1286" actId="732"/>
        <pc:sldMkLst>
          <pc:docMk/>
          <pc:sldMk cId="4175177701" sldId="308"/>
        </pc:sldMkLst>
        <pc:picChg chg="add mod modCrop">
          <ac:chgData name="Ishika Jaiswal" userId="22391a38b62506ae" providerId="LiveId" clId="{463D0E52-ACCA-4066-BCA6-14092DD24C9A}" dt="2026-09-10T14:40:41.221" v="1286" actId="732"/>
          <ac:picMkLst>
            <pc:docMk/>
            <pc:sldMk cId="4175177701" sldId="308"/>
            <ac:picMk id="3" creationId="{4A1B6C03-FDFD-B49F-A408-B75FFFC6F17A}"/>
          </ac:picMkLst>
        </pc:picChg>
        <pc:picChg chg="del">
          <ac:chgData name="Ishika Jaiswal" userId="22391a38b62506ae" providerId="LiveId" clId="{463D0E52-ACCA-4066-BCA6-14092DD24C9A}" dt="2026-09-10T14:39:07.833" v="1280" actId="21"/>
          <ac:picMkLst>
            <pc:docMk/>
            <pc:sldMk cId="4175177701" sldId="308"/>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14491443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Arushi Jaiswal</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arushijaiswal2812@gmail.com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9696229047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053024" y="3853385"/>
            <a:ext cx="968012" cy="771215"/>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Artificial Intelligence(AI)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[RAG Agent for Recipe Generator]</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1" y="1234440"/>
            <a:ext cx="11033543" cy="4401205"/>
          </a:xfrm>
          <a:prstGeom prst="rect">
            <a:avLst/>
          </a:prstGeom>
          <a:noFill/>
        </p:spPr>
        <p:txBody>
          <a:bodyPr wrap="square" rtlCol="0">
            <a:spAutoFit/>
          </a:bodyPr>
          <a:lstStyle/>
          <a:p>
            <a:r>
              <a:rPr lang="en-IN" dirty="0"/>
              <a:t>Problem Statement No.8: </a:t>
            </a:r>
            <a:r>
              <a:rPr lang="en-IN" b="1" dirty="0"/>
              <a:t>Document Q&amp;A RAG Agent for Recipe Generator</a:t>
            </a:r>
          </a:p>
          <a:p>
            <a:endParaRPr lang="en-IN" b="1" dirty="0"/>
          </a:p>
          <a:p>
            <a:r>
              <a:rPr lang="en-IN" b="1" dirty="0"/>
              <a:t>The Challenge </a:t>
            </a:r>
          </a:p>
          <a:p>
            <a:r>
              <a:rPr lang="en-IN" dirty="0"/>
              <a:t>Food enthusiasts and culinary professionals often rely on unstructured recipe documents, cookbooks, blogs, and user-submitted notes. Searching across these scattered resources is time consuming, and it’s difficult to adapt recipes based on dietary needs, available ingredients, or cultural preferences. The challenge is not just to retrieve recipes but to </a:t>
            </a:r>
            <a:r>
              <a:rPr lang="en-IN" b="1" dirty="0"/>
              <a:t>intelligently query, adapt, and generate personalized cooking instructions. </a:t>
            </a:r>
          </a:p>
          <a:p>
            <a:endParaRPr lang="en-IN" dirty="0"/>
          </a:p>
          <a:p>
            <a:r>
              <a:rPr lang="en-IN" b="1" dirty="0"/>
              <a:t>The Objective</a:t>
            </a:r>
          </a:p>
          <a:p>
            <a:r>
              <a:rPr lang="en-IN" dirty="0"/>
              <a:t> Build a Document Q&amp;A RAG (Retrieval-Augmented Generation) Agent that can act as an intelligent recipe generator. The solution should: </a:t>
            </a:r>
          </a:p>
          <a:p>
            <a:pPr marL="342900" indent="-342900">
              <a:buAutoNum type="arabicPeriod"/>
            </a:pPr>
            <a:r>
              <a:rPr lang="en-IN" b="1" dirty="0"/>
              <a:t>Ingest &amp; Index Recipe Documents:</a:t>
            </a:r>
            <a:r>
              <a:rPr lang="en-IN" dirty="0"/>
              <a:t> Parse cookbooks, PDFs, blogs, or uploaded recipe notes and store them in a searchable knowledge base.</a:t>
            </a:r>
          </a:p>
          <a:p>
            <a:pPr marL="342900" indent="-342900">
              <a:buAutoNum type="arabicPeriod"/>
            </a:pPr>
            <a:r>
              <a:rPr lang="en-IN" dirty="0"/>
              <a:t> </a:t>
            </a:r>
            <a:r>
              <a:rPr lang="en-IN" b="1" dirty="0"/>
              <a:t>Enable Conversational Q&amp;A: </a:t>
            </a:r>
            <a:r>
              <a:rPr lang="en-IN" dirty="0"/>
              <a:t>Allow users to ask natural language questions (e.g., “How can I make a sugar-free version of chocolate cake?”) and receive precise, recipe-aware answers</a:t>
            </a:r>
          </a:p>
          <a:p>
            <a:pPr marL="342900" indent="-342900">
              <a:buAutoNum type="arabicPeriod"/>
            </a:pPr>
            <a:r>
              <a:rPr lang="en-IN" b="1" dirty="0"/>
              <a:t>Create a Personalized &amp; Agentic Layer: </a:t>
            </a:r>
            <a:r>
              <a:rPr lang="en-IN" dirty="0"/>
              <a:t>Adapt recipes based on user constraints such as available ingredients, dietary restrictions, cooking time, or cuisine preferences.</a:t>
            </a:r>
          </a:p>
          <a:p>
            <a:pPr marL="342900" indent="-342900">
              <a:buAutoNum type="arabicPeriod"/>
            </a:pPr>
            <a:r>
              <a:rPr lang="en-IN" b="1" dirty="0"/>
              <a:t>  Visualize Cooking Guidance: </a:t>
            </a:r>
            <a:r>
              <a:rPr lang="en-IN" dirty="0"/>
              <a:t>Present results as step-by-step cooking instructions with substitution suggestions, nutritional facts, and even generate a shopping list.</a:t>
            </a:r>
          </a:p>
          <a:p>
            <a:pPr marL="342900" indent="-342900">
              <a:buAutoNum type="arabicPeriod"/>
            </a:pPr>
            <a:r>
              <a:rPr lang="en-IN" dirty="0"/>
              <a:t> </a:t>
            </a:r>
            <a:r>
              <a:rPr lang="en-IN" b="1" dirty="0"/>
              <a:t>Tech Stack (Mandatory) </a:t>
            </a:r>
          </a:p>
          <a:p>
            <a:r>
              <a:rPr lang="en-IN" dirty="0"/>
              <a:t>        IBM </a:t>
            </a:r>
            <a:r>
              <a:rPr lang="en-IN" dirty="0" err="1"/>
              <a:t>Langflow</a:t>
            </a:r>
            <a:r>
              <a:rPr lang="en-IN" dirty="0"/>
              <a:t> / IBM Orchestrate + IBM Models</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85761"/>
          </a:xfrm>
          <a:prstGeom prst="rect">
            <a:avLst/>
          </a:prstGeom>
          <a:noFill/>
        </p:spPr>
        <p:txBody>
          <a:bodyPr wrap="square" rtlCol="0">
            <a:spAutoFit/>
          </a:bodyPr>
          <a:lstStyle/>
          <a:p>
            <a:pPr fontAlgn="base"/>
            <a:endParaRPr lang="en-US" b="1" dirty="0"/>
          </a:p>
          <a:p>
            <a:r>
              <a:rPr lang="en-US" b="1" dirty="0"/>
              <a:t>Proposed Solution: AI-Powered Recipe Generator</a:t>
            </a:r>
          </a:p>
          <a:p>
            <a:r>
              <a:rPr lang="en-US" dirty="0"/>
              <a:t>The proposed solution is a </a:t>
            </a:r>
            <a:r>
              <a:rPr lang="en-US" b="1" dirty="0"/>
              <a:t>multi-agent AI-powered Recipe Agent</a:t>
            </a:r>
            <a:r>
              <a:rPr lang="en-US" dirty="0"/>
              <a:t> built using </a:t>
            </a:r>
            <a:r>
              <a:rPr lang="en-US" b="1" dirty="0"/>
              <a:t>IBM Bob, and Granite Models</a:t>
            </a:r>
            <a:r>
              <a:rPr lang="en-US" dirty="0"/>
              <a:t> to provide personalized, real-time recipes guidance.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recipes using Granite models.</a:t>
            </a:r>
          </a:p>
          <a:p>
            <a:r>
              <a:rPr lang="en-US" dirty="0"/>
              <a:t>We propose an AI-powered Recipe Generator that helps users find and create recipes based on their preferences and available ingredients:</a:t>
            </a:r>
          </a:p>
          <a:p>
            <a:pPr marL="285750" indent="-285750">
              <a:buFont typeface="Arial" panose="020B0604020202020204" pitchFamily="34" charset="0"/>
              <a:buChar char="•"/>
            </a:pPr>
            <a:r>
              <a:rPr lang="en-US" dirty="0"/>
              <a:t> Uses AI to generate personalized recipes.</a:t>
            </a:r>
          </a:p>
          <a:p>
            <a:pPr marL="285750" indent="-285750">
              <a:buFont typeface="Arial" panose="020B0604020202020204" pitchFamily="34" charset="0"/>
              <a:buChar char="•"/>
            </a:pPr>
            <a:r>
              <a:rPr lang="en-US" dirty="0"/>
              <a:t> Provides filters such as Vegetarian, Vegan, Breakfast, Dessert, Seafood, Indian, and Quick.</a:t>
            </a:r>
          </a:p>
          <a:p>
            <a:pPr marL="285750" indent="-285750">
              <a:buFont typeface="Arial" panose="020B0604020202020204" pitchFamily="34" charset="0"/>
              <a:buChar char="•"/>
            </a:pPr>
            <a:r>
              <a:rPr lang="en-US" dirty="0"/>
              <a:t> Allows users to search recipes easily.</a:t>
            </a:r>
          </a:p>
          <a:p>
            <a:pPr marL="285750" indent="-285750">
              <a:buFont typeface="Arial" panose="020B0604020202020204" pitchFamily="34" charset="0"/>
              <a:buChar char="•"/>
            </a:pPr>
            <a:r>
              <a:rPr lang="en-US" dirty="0"/>
              <a:t>Generates ingredients and step-by-step cooking instructions.</a:t>
            </a:r>
          </a:p>
          <a:p>
            <a:pPr marL="285750" indent="-285750">
              <a:buFont typeface="Arial" panose="020B0604020202020204" pitchFamily="34" charset="0"/>
              <a:buChar char="•"/>
            </a:pPr>
            <a:r>
              <a:rPr lang="en-US" dirty="0"/>
              <a:t> Offers a simple and user-friendly web interface.</a:t>
            </a:r>
          </a:p>
          <a:p>
            <a:r>
              <a:rPr lang="en-US" dirty="0"/>
              <a:t>IBM Bob is used to orchestrate agent workflows, while Granite models power reasoning, summarization, and personalization.</a:t>
            </a:r>
          </a:p>
          <a:p>
            <a:r>
              <a:rPr lang="en-US" dirty="0"/>
              <a:t>Overall, this solution delivers an </a:t>
            </a:r>
            <a:r>
              <a:rPr lang="en-US" b="1" dirty="0"/>
              <a:t>end-to-end intelligent recipe assistant</a:t>
            </a:r>
            <a:r>
              <a:rPr lang="en-US" dirty="0"/>
              <a:t> that provides quick and convenient recipe suggestions according to user requirements.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196977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37590"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4425030" y="1796915"/>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81719475-D486-CCE9-0139-501EA14C12B9}"/>
              </a:ext>
            </a:extLst>
          </p:cNvPr>
          <p:cNvPicPr>
            <a:picLocks noChangeAspect="1"/>
          </p:cNvPicPr>
          <p:nvPr/>
        </p:nvPicPr>
        <p:blipFill>
          <a:blip r:embed="rId3"/>
          <a:stretch>
            <a:fillRect/>
          </a:stretch>
        </p:blipFill>
        <p:spPr>
          <a:xfrm>
            <a:off x="3964950" y="2388915"/>
            <a:ext cx="7867791" cy="4052976"/>
          </a:xfrm>
          <a:prstGeom prst="rect">
            <a:avLst/>
          </a:prstGeom>
        </p:spPr>
      </p:pic>
      <p:sp>
        <p:nvSpPr>
          <p:cNvPr id="11" name="Rectangle 10">
            <a:extLst>
              <a:ext uri="{FF2B5EF4-FFF2-40B4-BE49-F238E27FC236}">
                <a16:creationId xmlns:a16="http://schemas.microsoft.com/office/drawing/2014/main" id="{5AA24ED6-CB7D-79DA-E94A-2083BF9AF341}"/>
              </a:ext>
            </a:extLst>
          </p:cNvPr>
          <p:cNvSpPr/>
          <p:nvPr/>
        </p:nvSpPr>
        <p:spPr>
          <a:xfrm>
            <a:off x="3964950" y="2388915"/>
            <a:ext cx="1186714" cy="2035846"/>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034D862A-B00F-3354-8FF3-30316854C1CE}"/>
              </a:ext>
            </a:extLst>
          </p:cNvPr>
          <p:cNvPicPr>
            <a:picLocks noChangeAspect="1"/>
          </p:cNvPicPr>
          <p:nvPr/>
        </p:nvPicPr>
        <p:blipFill>
          <a:blip r:embed="rId3"/>
          <a:stretch>
            <a:fillRect/>
          </a:stretch>
        </p:blipFill>
        <p:spPr>
          <a:xfrm>
            <a:off x="537589" y="1036335"/>
            <a:ext cx="8642293" cy="5176685"/>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BAFDE71-3E21-6446-DF42-3554CA02DBF6}"/>
              </a:ext>
            </a:extLst>
          </p:cNvPr>
          <p:cNvPicPr>
            <a:picLocks noChangeAspect="1"/>
          </p:cNvPicPr>
          <p:nvPr/>
        </p:nvPicPr>
        <p:blipFill>
          <a:blip r:embed="rId2"/>
          <a:stretch>
            <a:fillRect/>
          </a:stretch>
        </p:blipFill>
        <p:spPr>
          <a:xfrm>
            <a:off x="179615" y="700859"/>
            <a:ext cx="11506200" cy="5750012"/>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Recipe Generator</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28CD8848-CB8C-2E48-C9B5-EE57452A4CF5}"/>
              </a:ext>
            </a:extLst>
          </p:cNvPr>
          <p:cNvPicPr>
            <a:picLocks noChangeAspect="1"/>
          </p:cNvPicPr>
          <p:nvPr/>
        </p:nvPicPr>
        <p:blipFill>
          <a:blip r:embed="rId3"/>
          <a:stretch>
            <a:fillRect/>
          </a:stretch>
        </p:blipFill>
        <p:spPr>
          <a:xfrm>
            <a:off x="889907" y="885999"/>
            <a:ext cx="9472303" cy="5343351"/>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760D4906-B16D-5C8B-CB1E-B42A2644F324}"/>
              </a:ext>
            </a:extLst>
          </p:cNvPr>
          <p:cNvPicPr>
            <a:picLocks noChangeAspect="1"/>
          </p:cNvPicPr>
          <p:nvPr/>
        </p:nvPicPr>
        <p:blipFill>
          <a:blip r:embed="rId3"/>
          <a:stretch>
            <a:fillRect/>
          </a:stretch>
        </p:blipFill>
        <p:spPr>
          <a:xfrm>
            <a:off x="409144" y="1201415"/>
            <a:ext cx="11285764" cy="4094697"/>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13" name="Picture 12">
            <a:extLst>
              <a:ext uri="{FF2B5EF4-FFF2-40B4-BE49-F238E27FC236}">
                <a16:creationId xmlns:a16="http://schemas.microsoft.com/office/drawing/2014/main" id="{F8E4150F-7A47-C023-0390-9B21FE580B49}"/>
              </a:ext>
            </a:extLst>
          </p:cNvPr>
          <p:cNvPicPr>
            <a:picLocks noChangeAspect="1"/>
          </p:cNvPicPr>
          <p:nvPr/>
        </p:nvPicPr>
        <p:blipFill>
          <a:blip r:embed="rId3"/>
          <a:stretch>
            <a:fillRect/>
          </a:stretch>
        </p:blipFill>
        <p:spPr>
          <a:xfrm>
            <a:off x="409144" y="758788"/>
            <a:ext cx="7982568" cy="5568533"/>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2325282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994331" y="2196661"/>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393947"/>
            <a:ext cx="9214580" cy="4277001"/>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 Personalized recipe recommendations based on user preferences and dietary needs.</a:t>
            </a:r>
          </a:p>
          <a:p>
            <a:pPr marL="342900" lvl="0" indent="-342900">
              <a:lnSpc>
                <a:spcPct val="162162"/>
              </a:lnSpc>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 Voice-based interaction for hands-free cooking assistance.</a:t>
            </a:r>
          </a:p>
          <a:p>
            <a:pPr marL="342900" lvl="0" indent="-342900">
              <a:lnSpc>
                <a:spcPct val="162162"/>
              </a:lnSpc>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 Nutrition information such as calories, protein, carbohydrates, etc.</a:t>
            </a:r>
          </a:p>
          <a:p>
            <a:pPr marL="342900" lvl="0" indent="-342900">
              <a:lnSpc>
                <a:spcPct val="162162"/>
              </a:lnSpc>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 Ingredient-based recipe generation using ingredients available at home.</a:t>
            </a:r>
          </a:p>
          <a:p>
            <a:pPr marL="342900" lvl="0" indent="-342900">
              <a:lnSpc>
                <a:spcPct val="162162"/>
              </a:lnSpc>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 Multilingual support for users in different languages.</a:t>
            </a:r>
          </a:p>
          <a:p>
            <a:pPr marL="342900" lvl="0" indent="-342900">
              <a:lnSpc>
                <a:spcPct val="162162"/>
              </a:lnSpc>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Mobile application for easier access.</a:t>
            </a:r>
          </a:p>
          <a:p>
            <a:pPr marL="342900" lvl="0" indent="-342900">
              <a:lnSpc>
                <a:spcPct val="162162"/>
              </a:lnSpc>
              <a:buClr>
                <a:srgbClr val="2B3541"/>
              </a:buClr>
              <a:buSzPts val="1850"/>
              <a:buFont typeface="Arial" panose="020B0604020202020204" pitchFamily="34" charset="0"/>
              <a:buChar char="•"/>
            </a:pPr>
            <a:r>
              <a:rPr lang="en-IN" sz="1850" dirty="0">
                <a:latin typeface="Times New Roman"/>
                <a:ea typeface="Times New Roman"/>
                <a:cs typeface="Times New Roman"/>
                <a:sym typeface="Times New Roman"/>
              </a:rPr>
              <a:t> Integration with shopping lists and grocery platforms for required ingredients.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B1252139-3FC6-FE3D-7FFA-B30925A678F6}"/>
              </a:ext>
            </a:extLst>
          </p:cNvPr>
          <p:cNvPicPr>
            <a:picLocks noChangeAspect="1"/>
          </p:cNvPicPr>
          <p:nvPr/>
        </p:nvPicPr>
        <p:blipFill>
          <a:blip r:embed="rId2"/>
          <a:stretch>
            <a:fillRect/>
          </a:stretch>
        </p:blipFill>
        <p:spPr>
          <a:xfrm>
            <a:off x="2081892" y="1244881"/>
            <a:ext cx="7487870" cy="5474325"/>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4A1B6C03-FDFD-B49F-A408-B75FFFC6F17A}"/>
              </a:ext>
            </a:extLst>
          </p:cNvPr>
          <p:cNvPicPr>
            <a:picLocks noChangeAspect="1"/>
          </p:cNvPicPr>
          <p:nvPr/>
        </p:nvPicPr>
        <p:blipFill>
          <a:blip r:embed="rId2"/>
          <a:srcRect l="745" t="7659" r="2205" b="4975"/>
          <a:stretch>
            <a:fillRect/>
          </a:stretch>
        </p:blipFill>
        <p:spPr>
          <a:xfrm>
            <a:off x="759278" y="2016579"/>
            <a:ext cx="10197193" cy="2759528"/>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TotalTime>
  <Words>1058</Words>
  <Application>Microsoft Office PowerPoint</Application>
  <PresentationFormat>Widescreen</PresentationFormat>
  <Paragraphs>109</Paragraphs>
  <Slides>18</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Ishika Jaiswal</cp:lastModifiedBy>
  <cp:revision>2</cp:revision>
  <dcterms:created xsi:type="dcterms:W3CDTF">2025-07-08T05:06:56Z</dcterms:created>
  <dcterms:modified xsi:type="dcterms:W3CDTF">2026-09-10T16:24:52Z</dcterms:modified>
</cp:coreProperties>
</file>